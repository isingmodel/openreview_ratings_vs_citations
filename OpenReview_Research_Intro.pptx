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Do Peer Review Scores Predict Scientific Impact?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Empirical Analysis of ICLR Papers (2017-2020)  •  PyCon Korea 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4572000" cy="10972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🔍 Key Finding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Correlation between ratings and citations is declining over time (r: 0.40 → 0.13)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83464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3C3C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6.9e-11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425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1.6e-15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1.2e-05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687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8.9e-04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og_Citation_vs_Review_Rating_ICLR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926080" cy="2194560"/>
          </a:xfrm>
          <a:prstGeom prst="rect">
            <a:avLst/>
          </a:prstGeom>
        </p:spPr>
      </p:pic>
      <p:pic>
        <p:nvPicPr>
          <p:cNvPr id="9" name="Picture 8" descr="Log_Citation_vs_Review_Rating_ICLR_2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71600"/>
            <a:ext cx="2926080" cy="2194560"/>
          </a:xfrm>
          <a:prstGeom prst="rect">
            <a:avLst/>
          </a:prstGeom>
        </p:spPr>
      </p:pic>
      <p:pic>
        <p:nvPicPr>
          <p:cNvPr id="10" name="Picture 9" descr="Log_Citation_vs_Review_Rating_ICLR_2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49039"/>
            <a:ext cx="2926080" cy="2194560"/>
          </a:xfrm>
          <a:prstGeom prst="rect">
            <a:avLst/>
          </a:prstGeom>
        </p:spPr>
      </p:pic>
      <p:pic>
        <p:nvPicPr>
          <p:cNvPr id="11" name="Picture 10" descr="Log_Citation_vs_Review_Rating_ICLR_2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749039"/>
            <a:ext cx="292608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📐 Methodology: Pearson correlation on log(citations+1)</a:t>
            </a:r>
          </a:p>
          <a:p>
            <a:pPr>
              <a:defRPr sz="1000">
                <a:solidFill>
                  <a:srgbClr val="8C8C8C"/>
                </a:solidFill>
              </a:defRPr>
            </a:pPr>
            <a:r>
              <a:t>Log transform reduces outlier dominance in heavy-tailed citation distributions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github.com/isingmodel/openreview_ratings_vs_citations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